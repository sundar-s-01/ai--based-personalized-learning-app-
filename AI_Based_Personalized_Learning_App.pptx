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Personalized Learning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Empowering Learners Through Adaptive Intelligence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Tools Used: Figma | Notion | Maze | Miro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Traditional e-learning platforms follow a static, one-size-fits-all approach.</a:t>
            </a:r>
          </a:p>
          <a:p>
            <a:pPr>
              <a:defRPr sz="2000"/>
            </a:pPr>
            <a:r>
              <a:t>- Learners have different paces, styles, and preferences.</a:t>
            </a:r>
          </a:p>
          <a:p>
            <a:pPr>
              <a:defRPr sz="2000"/>
            </a:pPr>
            <a:r>
              <a:t>- Lack of personalization leads to low motivation and poor retention.</a:t>
            </a:r>
          </a:p>
          <a:p>
            <a:pPr>
              <a:defRPr sz="2000"/>
            </a:pPr>
            <a:r>
              <a:t>- Need for an AI-driven adaptive system that personalizes learning experiences.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Design a smart, adaptive UI that recommends lessons and quizzes dynamically.</a:t>
            </a:r>
          </a:p>
          <a:p>
            <a:pPr>
              <a:defRPr sz="2000"/>
            </a:pPr>
            <a:r>
              <a:t>- Integrate gamified progress visualization to enhance engagement.</a:t>
            </a:r>
          </a:p>
          <a:p>
            <a:pPr>
              <a:defRPr sz="2000"/>
            </a:pPr>
            <a:r>
              <a:t>- Provide a calm, distraction-free interface for focused learning.</a:t>
            </a:r>
          </a:p>
          <a:p>
            <a:pPr>
              <a:defRPr sz="2000"/>
            </a:pPr>
            <a:r>
              <a:t>- Ensure accessibility and inclusivity for all learners.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Insights (Using Miro)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Conducted user interviews and empathy mapping.</a:t>
            </a:r>
          </a:p>
          <a:p>
            <a:pPr>
              <a:defRPr sz="2000"/>
            </a:pPr>
            <a:r>
              <a:t>- Key findings:</a:t>
            </a:r>
          </a:p>
          <a:p>
            <a:pPr>
              <a:defRPr sz="2000"/>
            </a:pPr>
            <a:r>
              <a:t>  - 70% learners prefer visual feedback.</a:t>
            </a:r>
          </a:p>
          <a:p>
            <a:pPr>
              <a:defRPr sz="2000"/>
            </a:pPr>
            <a:r>
              <a:t>  - 60% value customized difficulty levels.</a:t>
            </a:r>
          </a:p>
          <a:p>
            <a:pPr>
              <a:defRPr sz="2000"/>
            </a:pPr>
            <a:r>
              <a:t>  - 80% want goal tracking and reward-based motivation.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AI-powered personalized learning app that:</a:t>
            </a:r>
          </a:p>
          <a:p>
            <a:pPr>
              <a:defRPr sz="2000"/>
            </a:pPr>
            <a:r>
              <a:t>- Learns from user performance and preferences.</a:t>
            </a:r>
          </a:p>
          <a:p>
            <a:pPr>
              <a:defRPr sz="2000"/>
            </a:pPr>
            <a:r>
              <a:t>- Suggests next best lessons and practice quizzes.</a:t>
            </a:r>
          </a:p>
          <a:p>
            <a:pPr>
              <a:defRPr sz="2000"/>
            </a:pPr>
            <a:r>
              <a:t>- Incorporates gamification and accessibility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User Profile &amp; Data Collection – captures activity, preferences.</a:t>
            </a:r>
          </a:p>
          <a:p>
            <a:pPr>
              <a:defRPr sz="2000"/>
            </a:pPr>
            <a:r>
              <a:t>2. AI Recommendation Engine – suggests lessons/quizzes.</a:t>
            </a:r>
          </a:p>
          <a:p>
            <a:pPr>
              <a:defRPr sz="2000"/>
            </a:pPr>
            <a:r>
              <a:t>3. Progress Tracker – visualizes learning progress.</a:t>
            </a:r>
          </a:p>
          <a:p>
            <a:pPr>
              <a:defRPr sz="2000"/>
            </a:pPr>
            <a:r>
              <a:t>4. Gamification Layer – provides rewards and badges.</a:t>
            </a:r>
          </a:p>
          <a:p>
            <a:pPr>
              <a:defRPr sz="2000"/>
            </a:pPr>
            <a:r>
              <a:t>5. Accessibility Module – ensures inclusive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Adaptive Learning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Learner logs in and completes baseline quiz.</a:t>
            </a:r>
          </a:p>
          <a:p>
            <a:pPr>
              <a:defRPr sz="2000"/>
            </a:pPr>
            <a:r>
              <a:t>2. AI analyzes performance and recommends personalized lessons.</a:t>
            </a:r>
          </a:p>
          <a:p>
            <a:pPr>
              <a:defRPr sz="2000"/>
            </a:pPr>
            <a:r>
              <a:t>3. Adaptive feedback adjusts difficulty level dynamically.</a:t>
            </a:r>
          </a:p>
          <a:p>
            <a:pPr>
              <a:defRPr sz="2000"/>
            </a:pPr>
            <a:r>
              <a:t>4. Gamified dashboard visualizes progress and achievements.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(Figma 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Home Screen: Personalized daily goals.</a:t>
            </a:r>
          </a:p>
          <a:p>
            <a:pPr>
              <a:defRPr sz="2000"/>
            </a:pPr>
            <a:r>
              <a:t>- Lesson Page: Adaptive content display.</a:t>
            </a:r>
          </a:p>
          <a:p>
            <a:pPr>
              <a:defRPr sz="2000"/>
            </a:pPr>
            <a:r>
              <a:t>- Progress Dashboard: Gamified elements like badges and streaks.</a:t>
            </a:r>
          </a:p>
          <a:p>
            <a:pPr>
              <a:defRPr sz="2000"/>
            </a:pPr>
            <a:r>
              <a:t>- Accessibility Options: Text-to-speech, dark mode, adjustable font size.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Gamification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Badges &amp; Rewards: For consistency and milestones.</a:t>
            </a:r>
          </a:p>
          <a:p>
            <a:pPr>
              <a:defRPr sz="2000"/>
            </a:pPr>
            <a:r>
              <a:t>- Leaderboards: Foster healthy competition.</a:t>
            </a:r>
          </a:p>
          <a:p>
            <a:pPr>
              <a:defRPr sz="2000"/>
            </a:pPr>
            <a:r>
              <a:t>- Progress Bars: Visual motivation for learners.</a:t>
            </a:r>
          </a:p>
          <a:p>
            <a:pPr>
              <a:defRPr sz="2000"/>
            </a:pPr>
            <a:r>
              <a:t>- Streak Tracker: Encourages daily learning.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Text-to-speech and speech-to-text.</a:t>
            </a:r>
          </a:p>
          <a:p>
            <a:pPr>
              <a:defRPr sz="2000"/>
            </a:pPr>
            <a:r>
              <a:t>- Keyboard and gesture navigation.</a:t>
            </a:r>
          </a:p>
          <a:p>
            <a:pPr>
              <a:defRPr sz="2000"/>
            </a:pPr>
            <a:r>
              <a:t>- High-contrast color schemes.</a:t>
            </a:r>
          </a:p>
          <a:p>
            <a:pPr>
              <a:defRPr sz="2000"/>
            </a:pPr>
            <a:r>
              <a:t>- Closed captions for videos.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Personalization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Uses Collaborative Filtering and Content-Based Filtering.</a:t>
            </a:r>
          </a:p>
          <a:p>
            <a:pPr>
              <a:defRPr sz="2000"/>
            </a:pPr>
            <a:r>
              <a:t>- Tracks learning patterns and engagement metrics.</a:t>
            </a:r>
          </a:p>
          <a:p>
            <a:pPr>
              <a:defRPr sz="2000"/>
            </a:pPr>
            <a:r>
              <a:t>- Predicts optimal difficulty for upcoming lessons.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 (Maze)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Conducted usability tests with 25 learners.</a:t>
            </a:r>
          </a:p>
          <a:p>
            <a:pPr>
              <a:defRPr sz="2000"/>
            </a:pPr>
            <a:r>
              <a:t>- Key Results:</a:t>
            </a:r>
          </a:p>
          <a:p>
            <a:pPr>
              <a:defRPr sz="2000"/>
            </a:pPr>
            <a:r>
              <a:t>  - 90% found adaptive suggestions helpful.</a:t>
            </a:r>
          </a:p>
          <a:p>
            <a:pPr>
              <a:defRPr sz="2000"/>
            </a:pPr>
            <a:r>
              <a:t>  - 85% preferred gamified visuals.</a:t>
            </a:r>
          </a:p>
          <a:p>
            <a:pPr>
              <a:defRPr sz="2000"/>
            </a:pPr>
            <a:r>
              <a:t>  - 95% reported easy navigation and accessibility.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Workflow (Notion)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Centralized documentation hub for design iterations.</a:t>
            </a:r>
          </a:p>
          <a:p>
            <a:pPr>
              <a:defRPr sz="2000"/>
            </a:pPr>
            <a:r>
              <a:t>- Includes:</a:t>
            </a:r>
          </a:p>
          <a:p>
            <a:pPr>
              <a:defRPr sz="2000"/>
            </a:pPr>
            <a:r>
              <a:t>  - User research notes.</a:t>
            </a:r>
          </a:p>
          <a:p>
            <a:pPr>
              <a:defRPr sz="2000"/>
            </a:pPr>
            <a:r>
              <a:t>  - Prototype versions.</a:t>
            </a:r>
          </a:p>
          <a:p>
            <a:pPr>
              <a:defRPr sz="2000"/>
            </a:pPr>
            <a:r>
              <a:t>  - AI model integration roadmap.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High-fidelity prototype showcasing adaptive pathways.</a:t>
            </a:r>
          </a:p>
          <a:p>
            <a:pPr>
              <a:defRPr sz="2000"/>
            </a:pPr>
            <a:r>
              <a:t>- Enhanced learner motivation through personalization.</a:t>
            </a:r>
          </a:p>
          <a:p>
            <a:pPr>
              <a:defRPr sz="2000"/>
            </a:pPr>
            <a:r>
              <a:t>- Improved retention using gamified feedback.</a:t>
            </a:r>
          </a:p>
          <a:p>
            <a:pPr>
              <a:defRPr sz="2000"/>
            </a:pPr>
            <a:r>
              <a:t>- Inclusive design supporting diverse users.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Future Enhancements:</a:t>
            </a:r>
          </a:p>
          <a:p>
            <a:pPr>
              <a:defRPr sz="2000"/>
            </a:pPr>
            <a:r>
              <a:t>  - AI-driven mentor chatbots.</a:t>
            </a:r>
          </a:p>
          <a:p>
            <a:pPr>
              <a:defRPr sz="2000"/>
            </a:pPr>
            <a:r>
              <a:t>  - Integration with AR/VR for immersive learning.</a:t>
            </a:r>
          </a:p>
          <a:p>
            <a:pPr>
              <a:defRPr sz="2000"/>
            </a:pPr>
            <a:r>
              <a:t>  - Analytics dashboard for educators.</a:t>
            </a:r>
          </a:p>
          <a:p>
            <a:pPr>
              <a:defRPr sz="2000"/>
            </a:pPr>
            <a:r>
              <a:t>- The app demonstrates the future of personalized, inclusive learning powered by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